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162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 sz="3200">
                <a:solidFill>
                  <a:srgbClr val="B52116"/>
                </a:solidFill>
                <a:ea typeface="Noto Sans CJK SC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1800">
                <a:solidFill>
                  <a:srgbClr val="666666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2600" b="1" cap="all">
                <a:solidFill>
                  <a:srgbClr val="B52116"/>
                </a:solidFill>
                <a:ea typeface="Noto Sans CJK SC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77240"/>
            <a:ext cx="4011084" cy="65786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77240"/>
            <a:ext cx="2743200" cy="5348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77240"/>
            <a:ext cx="10972800" cy="640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000" kern="1200">
          <a:solidFill>
            <a:srgbClr val="B5211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1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000" kern="1200">
          <a:solidFill>
            <a:srgbClr val="333333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9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900" kern="1200">
          <a:solidFill>
            <a:srgbClr val="333333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900" kern="1200">
          <a:solidFill>
            <a:srgbClr val="333333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B52116"/>
      </a:accent1>
      <a:accent2>
        <a:srgbClr val="D93630"/>
      </a:accent2>
      <a:accent3>
        <a:srgbClr val="C0000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2116"/>
      </a:accent1>
      <a:accent2>
        <a:srgbClr val="D93630"/>
      </a:accent2>
      <a:accent3>
        <a:srgbClr val="C000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 panose="020F0302020204030204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 panose="020F0502020204030204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